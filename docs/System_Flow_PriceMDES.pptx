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152F54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7315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2377440"/>
            <a:ext cx="1554480" cy="155448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8803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DOCUMENTATION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5544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ระบบราคากลาง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Price Reference Management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1520" y="4297680"/>
            <a:ext cx="1371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Laravel 12  ·  Livewire 3  ·  Alpine.js  ·  Tailwind v4  ·  PostgreSQL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5029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 flow การทำงานของระบบสำหรับ onboarding, debugging, และวางแผน 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Price-MDES_Laravel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 — ภาพรวม flow ทั้งหมดของระบบ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828800"/>
            <a:ext cx="2048256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เข้าสู่ระบบ + session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79776" y="182880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79776" y="1828800"/>
            <a:ext cx="2048256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2916936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916936" y="2468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16936" y="2788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RBAC + Permission cache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56632" y="182880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56632" y="1828800"/>
            <a:ext cx="2048256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193792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93792" y="2468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3792" y="2788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+ Chart.js + Activity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33488" y="182880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33488" y="1828800"/>
            <a:ext cx="2048256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470648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470648" y="2468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 CRUD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70648" y="2788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Filter, bulk-delete, compare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10344" y="182880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10344" y="1828800"/>
            <a:ext cx="2048256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9747504" y="201168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747504" y="2468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 &amp; Comparison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47504" y="27889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TOR + 3-vendor compare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70332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703320"/>
            <a:ext cx="2048256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862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0080" y="43434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 &amp; Audit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6634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Cross-model + history filter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79776" y="370332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79776" y="3703320"/>
            <a:ext cx="2048256" cy="7315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7" name="Text 35"/>
          <p:cNvSpPr/>
          <p:nvPr/>
        </p:nvSpPr>
        <p:spPr>
          <a:xfrm>
            <a:off x="2916936" y="38862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916936" y="43434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PDF Export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16936" y="46634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Specs::display() guard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56632" y="370332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056632" y="3703320"/>
            <a:ext cx="2048256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2" name="Text 40"/>
          <p:cNvSpPr/>
          <p:nvPr/>
        </p:nvSpPr>
        <p:spPr>
          <a:xfrm>
            <a:off x="5193792" y="38862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5193792" y="43434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Livewire Lifecycle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93792" y="46634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 → re-render flow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33488" y="370332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33488" y="3703320"/>
            <a:ext cx="2048256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7470648" y="38862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09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470648" y="43434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&amp; Patterns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70648" y="46634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JSONB, BE date, cache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610344" y="3703320"/>
            <a:ext cx="2048256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610344" y="3703320"/>
            <a:ext cx="2048256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2" name="Text 50"/>
          <p:cNvSpPr/>
          <p:nvPr/>
        </p:nvSpPr>
        <p:spPr>
          <a:xfrm>
            <a:off x="9747504" y="388620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9747504" y="434340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747504" y="466344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 tests · how to verify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slides · ~10 minutes read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· AUTHENTICATION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Authentication &amp; Session Flow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43000" y="1554480"/>
            <a:ext cx="43891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0160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→ GET /login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280160" y="18288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guest-only · throttle:5,1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" y="2057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▼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2313432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" y="2313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43000" y="2313432"/>
            <a:ext cx="43891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280160" y="23500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Livewire Auth\Login::login()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80160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validate username + password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" y="28163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▼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" y="307238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" y="3072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43000" y="3072384"/>
            <a:ext cx="43891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280160" y="3108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Auth::attempt([username, password], remember)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280160" y="3346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lookup · bcrypt verify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7220" y="35753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▼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02920" y="3831336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3831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43000" y="3831336"/>
            <a:ext cx="43891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280160" y="3867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session()-&gt;regenerate()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280160" y="410565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rotate session id (prevent fixation)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7220" y="4334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▼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02920" y="459028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1143000" y="4590288"/>
            <a:ext cx="438912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280160" y="46268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redirect → /dashboard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280160" y="4864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 Livewire Dashboard component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264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 POINTS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126480" y="1920240"/>
            <a:ext cx="5486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126480" y="192024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8"/>
          <p:cNvSpPr/>
          <p:nvPr/>
        </p:nvSpPr>
        <p:spPr>
          <a:xfrm>
            <a:off x="6309360" y="19933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Throttle Brute-force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09360" y="2304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throttle:5,1 = 5 fails per minute → throw 429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126480" y="2880360"/>
            <a:ext cx="5486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6126480" y="288036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2"/>
          <p:cNvSpPr/>
          <p:nvPr/>
        </p:nvSpPr>
        <p:spPr>
          <a:xfrm>
            <a:off x="6309360" y="29535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Session Regenerate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6309360" y="326440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 session fixation หลัง login สำเร็จ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126480" y="3840480"/>
            <a:ext cx="5486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126480" y="384048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Text 46"/>
          <p:cNvSpPr/>
          <p:nvPr/>
        </p:nvSpPr>
        <p:spPr>
          <a:xfrm>
            <a:off x="6309360" y="3913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Logout (POST)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309360" y="4224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Auth::logout() + session invalidate + CSRF token regenerate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6126480" y="4800600"/>
            <a:ext cx="5486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6126480" y="4800600"/>
            <a:ext cx="54864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3" name="Text 50"/>
          <p:cNvSpPr/>
          <p:nvPr/>
        </p:nvSpPr>
        <p:spPr>
          <a:xfrm>
            <a:off x="6309360" y="4873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 Stored on users.role</a:t>
            </a:r>
            <a:endParaRPr lang="en-US" sz="1300" dirty="0"/>
          </a:p>
        </p:txBody>
      </p:sp>
      <p:sp>
        <p:nvSpPr>
          <p:cNvPr id="54" name="Text 51"/>
          <p:cNvSpPr/>
          <p:nvPr/>
        </p:nvSpPr>
        <p:spPr>
          <a:xfrm>
            <a:off x="6309360" y="51846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 | editor | viewer + custom slug ใน roles table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· AUTHORIZATION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Role-Based Access Control (DB-driven)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1480" y="15544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554480"/>
            <a:ext cx="3657600" cy="777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ADMIN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43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ผู้ดูแลระบบ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ทุก section · ทุก action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จัดการ users · roles · permissions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จัดการ categories · brands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Override ทุกอย่าง (short-circuit)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" y="4160520"/>
            <a:ext cx="32918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User::isAdmin() → true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51960" y="15544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51960" y="1554480"/>
            <a:ext cx="36576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4434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EDITOR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43484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ผู้แก้ไขข้อมูล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48056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Products · Specs · Comparisons (CRUD)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Guidelines · Recommendations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Import / Export Excel &amp; PDF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Users · Roles · Permissions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434840" y="4160520"/>
            <a:ext cx="32918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/>
          <p:nvPr/>
        </p:nvSpPr>
        <p:spPr>
          <a:xfrm>
            <a:off x="452628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MenuPermission rows ใน DB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092440" y="155448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092440" y="1554480"/>
            <a:ext cx="3657600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2"/>
          <p:cNvSpPr/>
          <p:nvPr/>
        </p:nvSpPr>
        <p:spPr>
          <a:xfrm>
            <a:off x="827532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VIEWER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2753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ผู้ดูข้อมูล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32104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Products (read-only)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5966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 Audit log (เฉพาะของตัวเอง)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Specs / Comparisons (เมนูซ่อน)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✗ ไม่มีปุ่ม edit / add / delete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275320" y="4160520"/>
            <a:ext cx="32918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6"/>
          <p:cNvSpPr/>
          <p:nvPr/>
        </p:nvSpPr>
        <p:spPr>
          <a:xfrm>
            <a:off x="8366760" y="4206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can_see = false → no menu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02920" y="4846320"/>
            <a:ext cx="1115568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4873752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PERMISSION RESOLUTION FLOW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5138928"/>
            <a:ext cx="11155680" cy="12161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0080" y="5230368"/>
            <a:ext cx="108813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Resolution flow (cached per role)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User::hasPermission('specs', 'export')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if isAdmin() return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User::loadMenuPermissions()  [static cache: $menuCache[roleSlug]]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 Role::where('slug', $role)-&gt;first()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MenuPermission::where('role_id', $role-&gt;id)-&gt;get()  → matrix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return $cache['specs']['can_export'] ?? false;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· MAIN FLOWS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User Flows — Core Modules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554480"/>
            <a:ext cx="73152" cy="1920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" y="18379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2588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25880" y="2011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KPI cards + Chart.js bar/line + recent products + activity feed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37560" y="155448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337560" y="1554480"/>
            <a:ext cx="73152" cy="192024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7" name="Shape 13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44" y="183794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1605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160520" y="2011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Filter, sort, paginate, bulk-delete, attach files, compare (max 3)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72200" y="155448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1554480"/>
            <a:ext cx="73152" cy="1920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0" y="173736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384" y="183794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Specs (TOR)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995160" y="2011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Characteristics templates · year/month filter · import/export Excel + PDF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9006840" y="155448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006840" y="1554480"/>
            <a:ext cx="73152" cy="1920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Shape 23"/>
          <p:cNvSpPr/>
          <p:nvPr/>
        </p:nvSpPr>
        <p:spPr>
          <a:xfrm>
            <a:off x="9235440" y="17373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6024" y="183794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2980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Comparisons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829800" y="201168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3-vendor price compare · bulk Excel (N sheets) · PDF landscape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502920" y="365760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502920" y="3657600"/>
            <a:ext cx="73152" cy="1920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28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394106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2588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1325880" y="4114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Cross-model live search · debounce 350ms · role-aware sections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3337560" y="365760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3337560" y="3657600"/>
            <a:ext cx="73152" cy="19202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1" name="Shape 33"/>
          <p:cNvSpPr/>
          <p:nvPr/>
        </p:nvSpPr>
        <p:spPr>
          <a:xfrm>
            <a:off x="3566160" y="384048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6744" y="3941064"/>
            <a:ext cx="256032" cy="25603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4160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4" name="Text 35"/>
          <p:cNvSpPr/>
          <p:nvPr/>
        </p:nvSpPr>
        <p:spPr>
          <a:xfrm>
            <a:off x="4160520" y="4114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Union ของ product + spec histories · viewer เห็นเฉพาะของตัวเอง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172200" y="3657600"/>
            <a:ext cx="2651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6172200" y="3657600"/>
            <a:ext cx="73152" cy="1920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Shape 38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1384" y="3941064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69951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PDF Export</a:t>
            </a:r>
            <a:endParaRPr lang="en-US" sz="1500" dirty="0"/>
          </a:p>
        </p:txBody>
      </p:sp>
      <p:sp>
        <p:nvSpPr>
          <p:cNvPr id="50" name="Text 40"/>
          <p:cNvSpPr/>
          <p:nvPr/>
        </p:nvSpPr>
        <p:spPr>
          <a:xfrm>
            <a:off x="6995160" y="41148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DomPDF · TH Sarabun · Specs::display() guard กัน array crash</a:t>
            </a:r>
            <a:endParaRPr lang="en-US" sz="1050" dirty="0"/>
          </a:p>
        </p:txBody>
      </p:sp>
      <p:sp>
        <p:nvSpPr>
          <p:cNvPr id="51" name="Shape 41"/>
          <p:cNvSpPr/>
          <p:nvPr/>
        </p:nvSpPr>
        <p:spPr>
          <a:xfrm>
            <a:off x="9006840" y="3657600"/>
            <a:ext cx="2651760" cy="19202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52" name="Text 42"/>
          <p:cNvSpPr/>
          <p:nvPr/>
        </p:nvSpPr>
        <p:spPr>
          <a:xfrm>
            <a:off x="923544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ALL features</a:t>
            </a:r>
            <a:endParaRPr lang="en-US" sz="1400" dirty="0"/>
          </a:p>
        </p:txBody>
      </p:sp>
      <p:sp>
        <p:nvSpPr>
          <p:cNvPr id="53" name="Text 43"/>
          <p:cNvSpPr/>
          <p:nvPr/>
        </p:nvSpPr>
        <p:spPr>
          <a:xfrm>
            <a:off x="9235440" y="425196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ผ่าน Livewire components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DB-driven permission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Session-based cart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(CompareCart, max 3)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D97706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· SPEC &amp; COMPARISON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 (TOR) + Comparison Workflow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48640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15819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 TEMPLATE CRUD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1847088"/>
            <a:ext cx="5486400" cy="42793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938528"/>
            <a:ext cx="521208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CharacteristicsList (/specs)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year/month filter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view toggle (table/card)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bulk export (Excel)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import Excel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/ Edit: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dispatch('open-characteristics-form')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CharacteristicsForm modal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validate(name required)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cleanSpecs: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map(string)-&gt;filter empty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[data-integrity guard]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updateOrCreate(['id'=&gt;uuid|existing])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$spec-&gt;histories()-&gt;create(...)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 dispatch('characteristics-saved')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→ list re-renders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(Excel → DB):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CharacteristicsImport::collection()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 validate name, category, year, month, budget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├─ DB transaction (atomic)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row errors collected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actions: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Eye → Detail · Compare → /compare?spec=...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Excel → /specs/{id}/export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   → /specs/{id}/export/pdf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554480"/>
            <a:ext cx="5486400" cy="2926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158191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COMPARISON (3-VENDOR)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72200" y="1847088"/>
            <a:ext cx="5486400" cy="42793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1938528"/>
            <a:ext cx="5212080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ComparisonList (/comparisons)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filter · bulk select · bulk export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row actions: detail · Excel · PDF · edit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/ Edit: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dispatch('open-comparison-form')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└─ ComparisonForm modal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Choose base spec (optional)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→ populates expected specs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Define 1-3 vendors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(name, brand, model, price, specs)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├─ Save: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Comparison::updateOrCreate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│    + sync ComparisonVendor rows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└─ dispatch('comparison-saved')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 Excel Export: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/comparisons/export/bulk?ids=...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BulkComparisonsExport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implements WithMultipleSheets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(1 comparison = 1 sheet)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Side-by-Side Compare (/compare):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CompareView reads CompareCart::ids()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render up to 3 columns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Session key: compare_ids (max 3)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· PDF EXPORT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PDF Export + Bug Fix Story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111556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62763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🐛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14300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C262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THE BUG ที่พบระหว่างทดสอบ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htmlspecialchars(): Argument #1 ($string) must be of type string, array given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2468880"/>
            <a:ext cx="5532120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249631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❌ BEFORE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2761488"/>
            <a:ext cx="5532120" cy="3364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852928"/>
            <a:ext cx="52578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resources/views/exports/spec-pdf.blade.php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 class="field-value"&gt;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{{ $value ?: '-'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ถ้า $value เป็น array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Blade เรียก htmlspecialchars()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TypeError, 500 Internal Server Error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Bug คลาสเดียวกันอยู่ใน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comparison-pdf.blade.php บรรทัด 205-208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(4 จุด · $spec + vendor 0..2)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Test coverage = 0 → bug หลุดได้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26480" y="2468880"/>
            <a:ext cx="5532120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249631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AFTER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761488"/>
            <a:ext cx="5532120" cy="33649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63640" y="2852928"/>
            <a:ext cx="5257800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app/Support/Specs.php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function display($value): string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($value === null || $value === '') return '-';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is_array($value)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json_encode($value, JSON_UNESCAPED_UNICODE)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(string) $value;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spec-pdf.blade.php (line 101)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\App\Support\Specs::display($value) }}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comparison-pdf.blade.php (lines 205-208)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4 spec-value cells wrapped with display()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+ 7 PdfExportTest cases (incl. regression)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+ write-path guard in CharacteristicsForm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· LIVEWIRE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Livewire Request Lifecycle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880" y="1554480"/>
            <a:ext cx="1463040" cy="5029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BROWSER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2880" y="1847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Alpine + Livewire JS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49240" y="1554480"/>
            <a:ext cx="146304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534924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49240" y="1847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Laravel + Livewire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0149840" y="1554480"/>
            <a:ext cx="1463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1014984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49840" y="18470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Morphed in place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4400" y="205740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6080760" y="205740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11247120" y="2057400"/>
            <a:ext cx="0" cy="4114800"/>
          </a:xfrm>
          <a:prstGeom prst="line">
            <a:avLst/>
          </a:prstGeom>
          <a:noFill/>
          <a:ln w="19050">
            <a:solidFill>
              <a:srgbClr val="E2E8F0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859536" y="21214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859536" y="24505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6025896" y="21214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025896" y="24505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11192256" y="21214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11192256" y="24505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914400" y="2423160"/>
            <a:ext cx="5166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28" name="Text 25"/>
          <p:cNvSpPr/>
          <p:nvPr/>
        </p:nvSpPr>
        <p:spPr>
          <a:xfrm>
            <a:off x="1211580" y="21579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POST /livewire/update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211580" y="2468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payload: snapshot + calls + updates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172200" y="278892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63640" y="28254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Hydrate component from snapshot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263640" y="303580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restore public state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172200" y="3383280"/>
            <a:ext cx="4114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263640" y="34198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Invoke method (save, open, toggle)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63640" y="36301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 validate + re-render Blade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59536" y="390448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859536" y="423367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6025896" y="390448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6"/>
          <p:cNvSpPr/>
          <p:nvPr/>
        </p:nvSpPr>
        <p:spPr>
          <a:xfrm>
            <a:off x="6025896" y="423367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11192256" y="390448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11192256" y="423367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9"/>
          <p:cNvSpPr/>
          <p:nvPr/>
        </p:nvSpPr>
        <p:spPr>
          <a:xfrm>
            <a:off x="914400" y="4206240"/>
            <a:ext cx="5166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headEnd type="triangle"/>
            <a:tailEnd type="none"/>
          </a:ln>
        </p:spPr>
      </p:sp>
      <p:sp>
        <p:nvSpPr>
          <p:cNvPr id="43" name="Text 40"/>
          <p:cNvSpPr/>
          <p:nvPr/>
        </p:nvSpPr>
        <p:spPr>
          <a:xfrm>
            <a:off x="1211580" y="39410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Response: HTML diff + new snapshot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211580" y="4251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859536" y="449884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Shape 43"/>
          <p:cNvSpPr/>
          <p:nvPr/>
        </p:nvSpPr>
        <p:spPr>
          <a:xfrm>
            <a:off x="859536" y="482803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6025896" y="449884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6025896" y="482803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11192256" y="449884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Shape 47"/>
          <p:cNvSpPr/>
          <p:nvPr/>
        </p:nvSpPr>
        <p:spPr>
          <a:xfrm>
            <a:off x="11192256" y="482803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8"/>
          <p:cNvSpPr/>
          <p:nvPr/>
        </p:nvSpPr>
        <p:spPr>
          <a:xfrm>
            <a:off x="914400" y="4800600"/>
            <a:ext cx="103327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52" name="Text 49"/>
          <p:cNvSpPr/>
          <p:nvPr/>
        </p:nvSpPr>
        <p:spPr>
          <a:xfrm>
            <a:off x="3794760" y="453542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Browser morphs DOM in place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3794760" y="4846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full re-render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859536" y="50932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52"/>
          <p:cNvSpPr/>
          <p:nvPr/>
        </p:nvSpPr>
        <p:spPr>
          <a:xfrm>
            <a:off x="859536" y="54223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53"/>
          <p:cNvSpPr/>
          <p:nvPr/>
        </p:nvSpPr>
        <p:spPr>
          <a:xfrm>
            <a:off x="6025896" y="50932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Shape 54"/>
          <p:cNvSpPr/>
          <p:nvPr/>
        </p:nvSpPr>
        <p:spPr>
          <a:xfrm>
            <a:off x="6025896" y="54223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5"/>
          <p:cNvSpPr/>
          <p:nvPr/>
        </p:nvSpPr>
        <p:spPr>
          <a:xfrm>
            <a:off x="11192256" y="5093208"/>
            <a:ext cx="109728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6"/>
          <p:cNvSpPr/>
          <p:nvPr/>
        </p:nvSpPr>
        <p:spPr>
          <a:xfrm>
            <a:off x="11192256" y="5422392"/>
            <a:ext cx="109728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57"/>
          <p:cNvSpPr/>
          <p:nvPr/>
        </p:nvSpPr>
        <p:spPr>
          <a:xfrm>
            <a:off x="914400" y="5394960"/>
            <a:ext cx="516636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61" name="Text 58"/>
          <p:cNvSpPr/>
          <p:nvPr/>
        </p:nvSpPr>
        <p:spPr>
          <a:xfrm>
            <a:off x="1211580" y="51297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dispatch('X-saved') fires #[On] listener</a:t>
            </a:r>
            <a:endParaRPr lang="en-US" sz="1100" dirty="0"/>
          </a:p>
        </p:txBody>
      </p:sp>
      <p:sp>
        <p:nvSpPr>
          <p:cNvPr id="62" name="Text 59"/>
          <p:cNvSpPr/>
          <p:nvPr/>
        </p:nvSpPr>
        <p:spPr>
          <a:xfrm>
            <a:off x="1211580" y="54406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→ sibling Livewire components re-render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4" name="Text 61"/>
          <p:cNvSpPr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⚙  XAMPP subdir fix: JS patch ใน layouts/app.blade.php แก้ data-update-uri ให้ POST ไปยัง path ที่ถูกต้อง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1B3A6B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 · DATA STORAGE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Storage Highlights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4635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" y="1554480"/>
            <a:ext cx="54635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9339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1828800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JSONB Columns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508760" y="2240280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products / characteristics_templates / comparison_vendors เก็บ specs แบบ flexible per category · ค้นหา ilike ได้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" y="3246120"/>
            <a:ext cx="49149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68680" y="329184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specs::text ilike '%intel%'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5060" y="1554480"/>
            <a:ext cx="54635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95060" y="1554480"/>
            <a:ext cx="54635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Shape 15"/>
          <p:cNvSpPr/>
          <p:nvPr/>
        </p:nvSpPr>
        <p:spPr>
          <a:xfrm>
            <a:off x="6469380" y="187452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1993392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00900" y="1828800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Buddhist Era Dates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200900" y="2240280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เก็บเป็น string 'YYYY-MM-DD BE' ไม่ใช้ Carbon เพื่อให้แสดงผลตรงกับเอกสารราชการ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69380" y="3246120"/>
            <a:ext cx="49149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560820" y="329184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'2569-05-21' (= 2026-05-21 CE)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02920" y="3977640"/>
            <a:ext cx="54635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02920" y="3977640"/>
            <a:ext cx="54635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2"/>
          <p:cNvSpPr/>
          <p:nvPr/>
        </p:nvSpPr>
        <p:spPr>
          <a:xfrm>
            <a:off x="777240" y="429768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416552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08760" y="4251960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Audit Trail (Histories)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1508760" y="4663440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CRUD ทุกครั้งบน products + specs เขียน row ใน *_histories table → source of truth สำหรับ audit log + activity feed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77240" y="5669280"/>
            <a:ext cx="49149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68680" y="571500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$product-&gt;histories()-&gt;create(...)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6195060" y="3977640"/>
            <a:ext cx="54635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195060" y="3977640"/>
            <a:ext cx="546354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Shape 29"/>
          <p:cNvSpPr/>
          <p:nvPr/>
        </p:nvSpPr>
        <p:spPr>
          <a:xfrm>
            <a:off x="6469380" y="429768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441655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00900" y="4251960"/>
            <a:ext cx="4274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Permission Cache</a:t>
            </a:r>
            <a:endParaRPr lang="en-US" sz="1700" dirty="0"/>
          </a:p>
        </p:txBody>
      </p:sp>
      <p:sp>
        <p:nvSpPr>
          <p:cNvPr id="38" name="Text 31"/>
          <p:cNvSpPr/>
          <p:nvPr/>
        </p:nvSpPr>
        <p:spPr>
          <a:xfrm>
            <a:off x="7200900" y="4663440"/>
            <a:ext cx="4274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roles + menu_permissions matrix · runtime cache User::$menuCache[$roleSlug] · clear ด้วย User::clearMenuCache()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469380" y="5669280"/>
            <a:ext cx="491490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6560820" y="5715000"/>
            <a:ext cx="4732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static array $menuCache = [];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08 · PATTERNS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640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Notable Implementation Patterns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106424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11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Flow · ระบบราคากลาง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02920" y="155448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1554480"/>
            <a:ext cx="73152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18973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71600" y="169164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Modal-by-event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371600" y="199339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Sibling components communicate ผ่าน dispatch('open-X-form') / #[On('open-X-form')] เลี่ยง prop-drilling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49340" y="155448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49340" y="1554480"/>
            <a:ext cx="73152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6149340" y="18973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018020" y="169164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Post-save auto-refresh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018020" y="199339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dispatch('X-saved') → empty #[On] method บน sibling list → Livewire re-renders อัตโนมัติ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278892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" y="2788920"/>
            <a:ext cx="731520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31318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1371600" y="292608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Static menu cache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371600" y="322783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private static array $menuCache ใน User model; clear ด้วย User::clearMenuCache() หลังบันทึก permission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49340" y="278892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49340" y="2788920"/>
            <a:ext cx="731520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3"/>
          <p:cNvSpPr/>
          <p:nvPr/>
        </p:nvSpPr>
        <p:spPr>
          <a:xfrm>
            <a:off x="6149340" y="31318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018020" y="292608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JSON-via-window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018020" y="322783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Chart.js data ส่งผ่าน &lt;script&gt;window._x = @json(...)&lt;/script&gt; เลี่ยง Alpine x-init parser error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402336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" y="4023360"/>
            <a:ext cx="73152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3662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1371600" y="416052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TH Sarabun font for Excel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371600" y="446227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Export classes implement WithStyles → $sheet-&gt;getStyle(...)-&gt;getFont()-&gt;setName('TH Sarabun New')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149340" y="402336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149340" y="4023360"/>
            <a:ext cx="73152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3"/>
          <p:cNvSpPr/>
          <p:nvPr/>
        </p:nvSpPr>
        <p:spPr>
          <a:xfrm>
            <a:off x="6149340" y="43662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7018020" y="416052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Driver-portable migration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018020" y="446227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(DB::getDriverName() === 'pgsql') { raw DDL } else { rebuild table } → SQLite tests work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502920" y="5257800"/>
            <a:ext cx="55092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" y="5257800"/>
            <a:ext cx="731520" cy="109728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56007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07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1371600" y="5394960"/>
            <a:ext cx="4503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Render-layer guard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371600" y="5696712"/>
            <a:ext cx="4503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Specs::display($v) แปลง array → json_encode ก่อน htmlspecialchars · กัน PDF crash ที่จุดเดียว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Verification &amp; Status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14600" cy="1828800"/>
          </a:xfrm>
          <a:prstGeom prst="rect">
            <a:avLst/>
          </a:prstGeom>
          <a:solidFill>
            <a:srgbClr val="152F5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51460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passing  · 89 assertions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783080"/>
            <a:ext cx="2514600" cy="1828800"/>
          </a:xfrm>
          <a:prstGeom prst="rect">
            <a:avLst/>
          </a:prstGeom>
          <a:solidFill>
            <a:srgbClr val="152F5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783080"/>
            <a:ext cx="2514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0574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routes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 · CRUD + Export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2514600" cy="1828800"/>
          </a:xfrm>
          <a:prstGeom prst="rect">
            <a:avLst/>
          </a:prstGeom>
          <a:solidFill>
            <a:srgbClr val="152F5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783080"/>
            <a:ext cx="2514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574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6217920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Livewire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components · DB-driven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1783080"/>
            <a:ext cx="2514600" cy="1828800"/>
          </a:xfrm>
          <a:prstGeom prst="rect">
            <a:avLst/>
          </a:prstGeom>
          <a:solidFill>
            <a:srgbClr val="152F54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1783080"/>
            <a:ext cx="2514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20574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9006840" y="29260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0" y="3246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 Specs::display() fix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HOW TO VERIFY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370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 app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08960" y="4434840"/>
            <a:ext cx="4114800" cy="320040"/>
          </a:xfrm>
          <a:prstGeom prst="rect">
            <a:avLst/>
          </a:prstGeom>
          <a:solidFill>
            <a:srgbClr val="0F2042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4462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serve --port=8000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15200" y="44622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Login เป็น admin (admin/admin123) → ทดลอง flow ตามหัวข้อ 03–07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 tests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5074920"/>
            <a:ext cx="4114800" cy="320040"/>
          </a:xfrm>
          <a:prstGeom prst="rect">
            <a:avLst/>
          </a:prstGeom>
          <a:solidFill>
            <a:srgbClr val="0F2042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5102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test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0" y="51023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 37 passed (PdfExportTest, ComparisonExportTest, ProductForm, etc.)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669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5669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88720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 audit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108960" y="5715000"/>
            <a:ext cx="4114800" cy="320040"/>
          </a:xfrm>
          <a:prstGeom prst="rect">
            <a:avLst/>
          </a:prstGeom>
          <a:solidFill>
            <a:srgbClr val="0F2042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0" y="5742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/audit-log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0" y="5742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action ที่ทำใน step 1 ควรมี history row ใหม่ปรากฏที่นี่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Documentation: docs/System_Flow_PriceMDES.docx  ·  Plan: ~/.claude/plans/mossy-dazzling-cascade.md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Flow: ระบบราคากลาง</dc:title>
  <dc:subject>PptxGenJS Presentation</dc:subject>
  <dc:creator>System Documentation</dc:creator>
  <cp:lastModifiedBy>System Documentation</cp:lastModifiedBy>
  <cp:revision>1</cp:revision>
  <dcterms:created xsi:type="dcterms:W3CDTF">2026-05-30T01:17:08Z</dcterms:created>
  <dcterms:modified xsi:type="dcterms:W3CDTF">2026-05-30T01:17:08Z</dcterms:modified>
</cp:coreProperties>
</file>